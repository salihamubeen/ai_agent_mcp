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8b4011b1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8b4011b1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8b4011b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8b4011b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8b4011b1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8b4011b1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8b4011b1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8b4011b1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8b4011b1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8b4011b1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8b4011b1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8b4011b1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8b4011b1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8b4011b1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8b4011b1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8b4011b1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8b4011b1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8b4011b1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8b4011b1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8b4011b1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8b4011b1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8b4011b1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8b4011b1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8b4011b1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isual Theme: &quot;Futuristic AI, Neon Tech, Glassmorphism, Deep Blue &amp; Purple Gradients with Bright Accent Colors.&quot;&#10;&#10;Slide 1: Title &amp; Hero Slide&#10;Goal: Grab attention immediately. Introduce the project and the team.&#10;&#10;Prompt for Slide Content:&#10;&#10;Create a Title Slide for &quot;Project 5: AI Agent via MCP&quot;. Subtitle: &quot;Intelligent UET Prospectus Assistant&quot;. List the Team Members clearly: Iqbal Gill (Team Lead), Saliha (Data Engineer), Ayesha (API Dev), Faiza (Frontend/QA).&#10;&#10;Prompt for Visuals/Background:&#10;&#10;A futuristic, cinematic 3D render of a glowing digital brain connected to a floating book (representing the Prospectus). Neon blue and purple lighting, dark tech background, sparks of data flying. High definition, 8k, cyberpunk style.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2: The Mission (Project Overview)&#10;Goal: Explain what we built.&#10;&#10;Prompt for Slide Content:&#10;&#10;Create a slide titled &quot;The Mission&quot;. Bullet points: 1. Build an Autonomous AI Agent using Model Context Protocol (MCP). 2. Source Data: UET Prospectus 2025. 3. Constraint: Strict Guardrails (Only answers Department/Academic questions). 4. Technology: Powered by Gemma 3 &amp; Ollama.&#10;&#10;Prompt for Visuals/Background:&#10;&#10;A split screen illustration. On the left, a chaotic pile of PDF documents. On the right, a sleek, organized holographic interface answering a student's question. Bright neon arrow connecting the two. Concept: &quot;Chaos to Order&quot;.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3: What is &quot;MCP&quot;? (The Core Concept)&#10;Goal: Briefly explain the technical &quot;Secret Sauce&quot; (Model Context Protocol).&#10;&#10;Prompt for Slide Content:&#10;&#10;Title: &quot;Why MCP? (Model Context Protocol)&quot;. Content: unlike standard chatbots that just &quot;guess&quot;, our Agent uses ReAct Logic (Reasoning + Acting). It thinks first (&quot;Thought&quot;), uses a specific Tool (&quot;Action: Search&quot;), and then answers (&quot;Observation&quot;). It’s active, not passive.&#10;&#10;Prompt for Visuals/Background:&#10;&#10;Abstract representation of an AI mind &quot;thinking&quot;. Visuals of gears or circuits glowing inside a head silhouette. Text overlays floating in 3D space: &quot;Thought&quot;, &quot;Action&quot;, &quot;Observation&quot;. Matrix style digital rain background.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4: The Architecture (Visualizing the Brain)&#10;Goal: Show the technical diagram (Use the Mermaid diagram I gave you earlier here).&#10;&#10;Prompt for Slide Content:&#10;&#10;Title: &quot;System Architecture&quot;. Display a flow diagram: User -&gt; Streamlit (Frontend) -&gt; FastAPI (Backend) -&gt; Guardrail Check -&gt; Gemma 3 Agent -&gt; Vector Database (Chroma) -&gt; UET Prospectus.&#10;&#10;Prompt for Visuals/Background:&#10;&#10;A high-tech blueprint background. Glowing grid lines, schematic nodes connecting a User Icon to a Server Icon and a Database Cylinder. Dark blue background with bright cyan connecting lines.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5: The &quot;Dream Team&quot; (Task Division)&#10;Goal: Introduce the squad roles.&#10;&#10;Prompt for Slide Content:&#10;&#10;Title: &quot;The Squad &amp; Responsibilities&quot;. Create 4 Columns/Cards.&#10;&#10;Iqbal Gill (Lead): Architecture, Agent Core, Prompt Engineering.&#10;&#10;Saliha (Data): PDF Cleaning, Ingestion, Vector DB Setup.&#10;&#10;Ayesha (API): FastAPI Server, Endpoints, Error Handling.&#10;&#10;Faiza (Frontend): Streamlit GUI, Integration, Testing.&#10;&#10;Prompt for Visuals/Background:&#10;&#10;Four colorful superhero-style avatars in a row. Each avatar has a different color theme: Blue for Lead, Purple for Data, Green for API, Orange for Frontend. Dynamic lighting, game character selection screen style.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6: Deep Dive - The Data Layer (Saliha's Work)&#10;Goal: Explain how the PDF became a database.&#10;&#10;Prompt for Slide Content:&#10;&#10;Title: &quot;Step 1: The Knowledge Base (Data Layer)&quot;. Content: Saliha's Workflow. 1. Ingest: Loading UET_Prospectus.pdf. 2. Chunking: Splitting text into 1000-character segments. 3. Embedding: Using nomic-embed-text to convert text to math. 4. Storage: Saving to ChromaDB.&#10;&#10;Prompt for Visuals/Background:&#10;&#10;A 3D illustration of a book turning into binary code (0s and 1s) and flowing into a glowing crystal container (Database). Magical, ethereal tech style.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7: Deep Dive - The Agent Brain (Iqbal's Work)&#10;Goal: Explain the custom Python logic.&#10;&#10;Prompt for Slide Content:&#10;&#10;Title: &quot;Step 2: The Agent Core (Logic Layer)&quot;. Content: Iqbal's Contribution. 1. Custom Engine: Replaced standard LangChain with a manual &quot;Thought loop&quot; for better control. 2. Guardrails: Regex filters to block non-UET questions. 3. Tool Use: The Agent autonomously decides when to search the DB.&#10;&#10;Prompt for Visuals/Background:&#10;&#10;Close up of a computer chip with a glowing &quot;Gemma 3&quot; logo in the center. Neural network lines connecting the chip to a &quot;Search&quot; icon. Intense red and gold lighting accents.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8: Deep Dive - The Backend API (Ayesha's Work)&#10;Goal: Show how the server works.&#10;&#10;Prompt for Slide Content:&#10;&#10;Title: &quot;Step 3: The API Backbone (Backend Layer)&quot;. Content: Ayesha's Implementation. 1. FastAPI Framework: High-performance Python server. 2. Endpoint: POST /chat handling JSON requests. 3. Reliability: Try/Catch blocks to handle LLM timeouts or errors gracefully.&#10;&#10;Prompt for Visuals/Background:&#10;&#10;Visual representation of a server rack with green LED lights blinking. Data packets (represented as glowing envelopes) flying in and out of the server. Matrix code background.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9: Deep Dive - The User Experience (Faiza's Work)&#10;Goal: Show the Streamlit App.&#10;&#10;Prompt for Slide Content:&#10;&#10;Title: &quot;Step 4: The Interface (Frontend Layer)&quot;. Content: Faiza's UI. 1. Streamlit App: Clean, interactive chat interface. 2. State Management: Keeps chat history alive. 3. Testing: Verified with 20 test queries (Dept vs. Out-of-Scope).&#10;&#10;Prompt for Visuals/Background:&#10;&#10;A mockup of a smartphone or laptop screen displaying a clean chat interface with a robot avatar. Background should be soft and inviting, using &quot;Glassmorphism&quot; (frosted glass) design elements.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0: Live Demo Time!&#10;Goal: Transition to the screen sharing part.&#10;&#10;Prompt for Slide Content:&#10;&#10;Title: &quot;Live System Demo&quot;. Subtitle: &quot;Let's test the Agent!&quot;. Checklist to Demo:&#10;&#10;Dept Question: &quot;What is the fee for PhD?&quot;&#10;&#10;Tricky Question: &quot;Tell me about the campus library.&quot;&#10;&#10;Out-of-Scope: &quot;How do I cook Biryani?&quot; (Check Guardrail).&#10;&#10;Prompt for Visuals/Background:&#10;&#10;Big, bold &quot;DEMO MODE&quot; text in neon flashing letters. Background looks like a &quot;Launch Control&quot; center with buttons and screens. Exciting and energetic.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1: Repository Structure&#10;Goal: Show you followed the folder guidelines.&#10;&#10;Prompt for Slide Content:&#10;&#10;Title: &quot;Project Organization&quot;. Display the Folder Tree: 📂 UET_Agent_Project ├── 📂 backend (agent.py, ingest.py, main.py) ├── 📂 frontend (app.py) ├── 📂 data (UET_Prospectus.pdf) ├── 📂 tests (test_queries.json) └── requirements.txt&#10;&#10;Prompt for Visuals/Background:&#10;&#10;A clean, organized 3D file cabinet or folder structure floating in space. Minimalist and professional. White and blue color scheme.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2: Conclusion &amp; Q&amp;A&#10;Goal: Wrap up.&#10;&#10;Prompt for Slide Content:&#10;&#10;Title: &quot;Thank You!&quot;. Summary: We successfully built a fully autonomous AI Agent for UET using MCP. Questions?&#10;&#10;Prompt for Visuals/Background:&#10;&#10;A peaceful, futuristic sunrise over a digital city. Represents the &quot;Dawn of AI&quot;. Warm colors (orange, pink, purple) mixing with the tech blue. Text &quot;Any Questions?&quot; floating in the sky."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